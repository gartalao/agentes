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el Equipo 1. Presentamos la coordinación de tres cruces reales de Gómez Morín, modelados como un sistema multiagente, comparando sin coordinación, onda verde y un control adaptativo aprendido con Q-learning.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es de corredor, no de un semáforo. Sin coordinación las colas se acumulan. Queremos cuantificar la mejora de coordinar y ver si un control que sensa y aprende supera a la onda verde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cruces reales. Dos son pasos a desnivel y uno a nivel. Las distancias se midieron sobre mapa. Ojo con el dato de los desniveles: define a quién sirve la coordinación.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Blender para la maqueta, Unity para visualizar, Python para el modelo y el análisis. Lo importante: Python no le pasa a Unity tiempos programados, le pasa la política aprendida; Unity sensa y decide en vivo. Eso responde la duda de JSON o API: el controlador no está hardcodeado.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vehículo sigue el modelo IDM. Frena por el de adelante y por su semáforo. Pusimos una garantía dura: nunca rebasa la línea en rojo, que era una de las observaciones.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semáforo sensa colas con detectores. En modo adaptativo decide cuánto verde dar según lo que mide, con la política aprendida. Es el controlador desplegable, no una secuencia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coordinación es reloj común más offset. Cada cruce es autónomo; la onda verde emerge, no la impone un controlador central. Eso es lo multiagente.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respondemos al profesor: comparamos tres estrategias nombradas. La onda verde es una heurística. El control adaptativo es Q-learning, que es del temario. Damos la fórmula exacta del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offsets salen de distancia sobre velocidad. El ancho de banda mide la onda: sin coordinar es 8 segundos, con onda verde son 46, el 100% del verde. Es la medida directa de la coordinación.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control adaptativo aprende por refuerzo. La curva muestra la convergencia: aprende a dar más verde al corredor cuando hay cola. Esto se entrena en Python y la política se ejecuta en vivo en 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gráfica corregida: ahora son trayectorias REALES de la simulación, no una línea idealizada. Sin coordinación se ve cómo los vehículos se detienen en cada cruce.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onda verde las bandas verdes se escalonan formando el canal diagonal, y el pelotón lo recorre sin parar. La diferencia con la anterior es la onda verde, vista de verdad en la simulación.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demanda nominal: coordinar baja la demora 60% y las paradas 61%. El adaptativo mejora otro 24% y lleva la coordinación a 78%. Todo de la misma simulación.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Bajo alta demanda, sin coordinación las colas explotan en C2 y C1. El adaptativo, al extender el verde por sensado, reduce la demora 22% extra y sube el throughput 19% respecto a la onda verde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Unity se conmutan los 3 escenarios en vivo. Se ve el cambio de fase, las vueltas en U y el tráfico. Verificamos sin interfaz que ningún vehículo cruza en rojo.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Discusión, lo que más pesa. Gana la coordinación porque abre la banda. El adaptativo gana más porque sensa y extiende sin romper la onda. Hallazgo: como C1 y C3 son desniveles, la coordinación sirve al cruce a nivel y a las laterales. Eso es pensamiento sistémico.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Conclusiones derivadas de los números. La onda verde funciona y el adaptativo la supera. Y como decide por sensado, se puede llevar a la realidad. Futuro: datos en tiempo real, más cruces, gemelo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Gracias. Todo el código, el notebook y el proyecto de Unity están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Coordinación Multiagente de Cruces Semafóricos</a:t>
            </a:r>
          </a:p>
          <a:p>
            <a:pPr algn="l"/>
            <a:r>
              <a:rPr sz="3200" b="1" i="0">
                <a:solidFill>
                  <a:srgbClr val="27AE60"/>
                </a:solidFill>
                <a:latin typeface="Calibri"/>
              </a:rPr>
              <a:t>mediante Onda Verde y Control Adaptativo</a:t>
            </a:r>
          </a:p>
          <a:p>
            <a:pPr algn="l"/>
            <a:r>
              <a:rPr sz="2200" b="0" i="1">
                <a:solidFill>
                  <a:srgbClr val="E8F5EC"/>
                </a:solidFill>
                <a:latin typeface="Calibri"/>
              </a:rPr>
              <a:t>Corredor Av. Gómez Morín, San Pedro Garza García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97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Karla Alessandra Sánchez Saviñón — A01177120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Emiliano Carrizales Becerra — A00824311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Daniel Muñoz Lozano — A01721797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Adán Ehécatl González Flores — A00841625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Patricio Javier Garza Ríos — A00841942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Sin coordinación, cada semáforo opera aislado: los pelotones llegan en rojo, las colas crecen ciclo a ciclo y la demora se multiplica.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Av. Gómez Morín mueve ~175,000 vehículos al día (12,000–15,000 veh/h en pico).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Pregunta: ¿cuánto mejora el corredor si los 3 cruces se coordinan como sistema multiagente, y un control adaptativo supera a la onda verde clásica?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Simular antes de tocar un semáforo físico evita un costo enorme: es la base de un despliegue real (enfoque SEMEX).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Caso de estudio: 3 cruces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C3 — Av. Alfonso Reyes (paso a desnivel)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C2 — Calle Magnolia (cruce a nivel)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C1 — Av. del Roble (paso a desnivel)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Distancias medidas sobre mapa: C3→C2 = 725 m, C2→C1 = 445 m (corredor de 1,170 m).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Ciclo común de 90 s. Velocidad de sincronía 50 km/h.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C1 y C3 son desniveles: el flujo express va libre por debajo; solo C2 y los carriles laterales se detienen en los 3 semáforos (clave para los resultados).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Metodología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Maqueta 3D del corredor y vehículos: modelada en Blender con base en mapas reales.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Simulación y visualización de agentes: Unity (C#).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Modelado multiagente, coordinación y análisis: Python con AgentPy.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Arquitectura Python → JSON → Unity:</a:t>
            </a:r>
          </a:p>
          <a:p>
            <a:pPr algn="l" lvl="1">
              <a:spcAft>
                <a:spcPts val="800"/>
              </a:spcAft>
            </a:pPr>
            <a:r>
              <a:rPr sz="1800" b="0" i="0">
                <a:solidFill>
                  <a:srgbClr val="E8F5EC"/>
                </a:solidFill>
                <a:latin typeface="Calibri"/>
              </a:rPr>
              <a:t>Python modela los agentes, calcula offsets y APRENDE la política de control.</a:t>
            </a:r>
          </a:p>
          <a:p>
            <a:pPr algn="l" lvl="1">
              <a:spcAft>
                <a:spcPts val="800"/>
              </a:spcAft>
            </a:pPr>
            <a:r>
              <a:rPr sz="1800" b="0" i="0">
                <a:solidFill>
                  <a:srgbClr val="E8F5EC"/>
                </a:solidFill>
                <a:latin typeface="Calibri"/>
              </a:rPr>
              <a:t>Exporta a JSON los planes y la política (estado → verde), NO tiempos fijos.</a:t>
            </a:r>
          </a:p>
          <a:p>
            <a:pPr algn="l" lvl="1">
              <a:spcAft>
                <a:spcPts val="800"/>
              </a:spcAft>
            </a:pPr>
            <a:r>
              <a:rPr sz="1800" b="0" i="0">
                <a:solidFill>
                  <a:srgbClr val="E8F5EC"/>
                </a:solidFill>
                <a:latin typeface="Calibri"/>
              </a:rPr>
              <a:t>Unity carga el JSON; el semáforo SENSA sus colas y decide en vivo (lazo cerrado).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Agente vehículo (IDM)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Variables: posición, velocidad, carril, ruta destino.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Estados: circulando / siguiendo al líder / detenido / cediendo el paso / cruzando.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Reglas (IDM, car-following): acelera a flujo libre (a=1.7 m/s²); frena según distancia y velocidad relativa (frenado 2.6 m/s², gap mínimo 3.2 m).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Respeta su semáforo con garantía dura: por construcción JAMÁS cruza en rojo.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Movilidad: directo, vuelta en U, izquierda, incorporación; 7 modelos de vehículo.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Agente semafórico (sensa y decide)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Estados: verde / amarillo / rojo por grupo de fase (corredor GM vs transversal).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Variable observada: longitud de cola por aproximación, medida por detector tipo cámara/sensor.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Tiempos: ciclo 90 s, verde base 46 s, amarillo 3 s, todo-rojo 2.5 s.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Regla de decisión (adaptativo): lee las colas sensadas y elige el verde del corredor con la política Q-learning. No usa tiempos preprogramados: decide en lazo cerrado.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Comunicación y coordinación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Semáforo → vehículos: estado de fase (lo leen en su línea de alto).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Vehículos → controlador: presencia y cola por aproximación (sensores/cámara).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Controlador ↔ controlador: reloj común + offset = coordinación de corredor.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Arquitectura: un controlador autónomo por cruce + plan maestro de onda verde.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No hay cerebro central: la onda verde EMERGE de la sincronía y de miles de decisiones locales.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Técnica de decisión: 3 estrategias comparadas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1) Sin coordinación — tiempo fijo, semáforos aislados (offset 0). Baseline.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2) Onda verde — HEURÍSTICA de progresión: offset_i = (offset_{i-1} + d_i / v) mod C. Tiempo fijo coordinado.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3) Adaptativo — Q-LEARNING (aprendizaje por refuerzo, técnica del temario):</a:t>
            </a:r>
          </a:p>
          <a:p>
            <a:pPr algn="l" lvl="1">
              <a:spcAft>
                <a:spcPts val="800"/>
              </a:spcAft>
            </a:pPr>
            <a:r>
              <a:rPr sz="1800" b="0" i="0">
                <a:solidFill>
                  <a:srgbClr val="E8F5EC"/>
                </a:solidFill>
                <a:latin typeface="Calibri"/>
              </a:rPr>
              <a:t>Estado = (cola corredor, cola transversal) discretizadas.</a:t>
            </a:r>
          </a:p>
          <a:p>
            <a:pPr algn="l" lvl="1">
              <a:spcAft>
                <a:spcPts val="800"/>
              </a:spcAft>
            </a:pPr>
            <a:r>
              <a:rPr sz="1800" b="0" i="0">
                <a:solidFill>
                  <a:srgbClr val="E8F5EC"/>
                </a:solidFill>
                <a:latin typeface="Calibri"/>
              </a:rPr>
              <a:t>Acción = verde del corredor. Recompensa = − colas.</a:t>
            </a:r>
          </a:p>
          <a:p>
            <a:pPr algn="l" lvl="1">
              <a:spcAft>
                <a:spcPts val="800"/>
              </a:spcAft>
            </a:pPr>
            <a:r>
              <a:rPr sz="1800" b="0" i="0">
                <a:solidFill>
                  <a:srgbClr val="E8F5EC"/>
                </a:solidFill>
                <a:latin typeface="Calibri"/>
              </a:rPr>
              <a:t>Q[s][a] ← Q[s][a] + α (r + γ·max Q[s'][a'] − Q[s][a]),  α=0.15, γ=0.90.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Sí usamos Q-learning, visto en clase. La heurística calcula los offsets; Q-learning los refuerza adaptándose a la demanda.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Onda verde: offsets y ancho de banda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Cruce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Dist. acum. (m)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T. viaje (s)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Offset (s)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C3 Alfonso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C2 Magnolia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52.2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52.2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C1 Av. del Roble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84.2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84.2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Ancho de banda (ventana para cruzar los 3 en verde):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   • Sin coordinación: 8.2 s  (18% del verde)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   • Onda verde: 45.9 s  (100% del verde)</a:t>
            </a:r>
          </a:p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La coordinación abre la banda de progresión de 18% a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Control adaptativo: aprendizaje (Q-learning)</a:t>
            </a:r>
          </a:p>
        </p:txBody>
      </p:sp>
      <p:pic>
        <p:nvPicPr>
          <p:cNvPr id="3" name="Picture 2" descr="convergencia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59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C"/>
                </a:solidFill>
                <a:latin typeface="Calibri"/>
              </a:rPr>
              <a:t>La recompensa crece y se estabiliza: la política aprende a extender el verde cuando sensa cola.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Diagrama espacio-tiempo — SIN coordinación</a:t>
            </a:r>
          </a:p>
        </p:txBody>
      </p:sp>
      <p:pic>
        <p:nvPicPr>
          <p:cNvPr id="3" name="Picture 2" descr="tiempo_espacio_sin_co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42893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52407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C"/>
                </a:solidFill>
                <a:latin typeface="Calibri"/>
              </a:rPr>
              <a:t>Trayectorias reales de la simulación: los vehículos chocan con los rojos y se detienen (puntos rojos).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Diagrama espacio-tiempo — ONDA VERDE</a:t>
            </a:r>
          </a:p>
        </p:txBody>
      </p:sp>
      <p:pic>
        <p:nvPicPr>
          <p:cNvPr id="3" name="Picture 2" descr="tiempo_espacio_onda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42893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52407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C"/>
                </a:solidFill>
                <a:latin typeface="Calibri"/>
              </a:rPr>
              <a:t>Las bandas verdes se escalonan y el pelotón se desliza por el canal verde sin detenerse.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Resultados: comparación de los 3 escenarios</a:t>
            </a:r>
          </a:p>
        </p:txBody>
      </p:sp>
      <p:pic>
        <p:nvPicPr>
          <p:cNvPr id="3" name="Picture 2" descr="comparacion_e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17320"/>
            <a:ext cx="70408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C"/>
                </a:solidFill>
                <a:latin typeface="Calibri"/>
              </a:rPr>
              <a:t>Demora 96.8 → 39.1 → 29.9 s. Coordinación −60%; adaptativo otro −24%.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Mayor demanda: el adaptativo gana más</a:t>
            </a:r>
          </a:p>
        </p:txBody>
      </p:sp>
      <p:pic>
        <p:nvPicPr>
          <p:cNvPr id="3" name="Picture 2" descr="colas_ti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2419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82683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C"/>
                </a:solidFill>
                <a:latin typeface="Calibri"/>
              </a:rPr>
              <a:t>Sin coordinación las colas crecen en C2 y C1; coordinado se mantienen bajas. En hora pico el adaptativo sube el throughput +19%.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Simulación visual (Unity): 3 escenarios conmutables</a:t>
            </a:r>
          </a:p>
        </p:txBody>
      </p:sp>
      <p:pic>
        <p:nvPicPr>
          <p:cNvPr id="3" name="Picture 2" descr="escenario_onda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4423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8645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F5EC"/>
                </a:solidFill>
                <a:latin typeface="Calibri"/>
              </a:rPr>
              <a:t>Teclas 1/2/3 cambian de estrategia en vivo. Auditoría: 0 vehículos cruzando en rojo en los 3 escenarios.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Discusión y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¿Por qué gana la coordinación? Los offsets convierten 3 paradas potenciales en casi cero (banda 18% → 100%); demora −60%.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¿Por qué el adaptativo mejora más? Sensa la cola y extiende el verde sin mover el inicio de la banda: mantiene la onda y atiende más demanda (throughput +19% en pico).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¿Qué cruce congestiona más / limitaciones urbanas? C1 y C3 son desniveles (express libre); la coordinación sirve a C2 y a las laterales. La geometría define a quién beneficia.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Ventaja multiagente: decisiones locales, sin punto único de falla, escalable y desplegable.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Coordinar los 3 cruces redujo la demora del corredor 60% y las paradas 61%.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La onda verde clásica funciona; el control adaptativo (Q-learning) la supera, sobre todo en demanda variable.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El modelado multiagente permitió evaluarlo todo sin tocar un semáforo físico.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El controlador adaptativo decide por sensado en lazo cerrado: es trasladable a campo.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Trabajo futuro: aforos y detectores en tiempo real (API), más cruces, aprendizaje colaborativo, gemelo digital.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Gracias</a:t>
            </a:r>
          </a:p>
          <a:p>
            <a:pPr algn="ctr"/>
            <a:r>
              <a:rPr sz="2000" b="0" i="0">
                <a:solidFill>
                  <a:srgbClr val="27AE60"/>
                </a:solidFill>
                <a:latin typeface="Calibri"/>
              </a:rPr>
              <a:t>Repositorio: github.com/gartalao/agentes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